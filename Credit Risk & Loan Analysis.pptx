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163270-E2E7-47CC-8F79-46FF2D3DDC9A}" v="1" dt="2026-02-11T01:35:44.050"/>
    <p1510:client id="{B2D5ECA3-5FE1-42CE-B233-1B0F47ADA475}" v="13" dt="2026-02-11T01:26:41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m Ghebrehiwet" userId="abfc590084381924" providerId="Windows Live" clId="Web-{0A163270-E2E7-47CC-8F79-46FF2D3DDC9A}"/>
    <pc:docChg chg="modSld">
      <pc:chgData name="Nahum Ghebrehiwet" userId="abfc590084381924" providerId="Windows Live" clId="Web-{0A163270-E2E7-47CC-8F79-46FF2D3DDC9A}" dt="2026-02-11T01:35:44.050" v="0"/>
      <pc:docMkLst>
        <pc:docMk/>
      </pc:docMkLst>
      <pc:sldChg chg="delSp delAnim">
        <pc:chgData name="Nahum Ghebrehiwet" userId="abfc590084381924" providerId="Windows Live" clId="Web-{0A163270-E2E7-47CC-8F79-46FF2D3DDC9A}" dt="2026-02-11T01:35:44.050" v="0"/>
        <pc:sldMkLst>
          <pc:docMk/>
          <pc:sldMk cId="2005772815" sldId="256"/>
        </pc:sldMkLst>
        <pc:picChg chg="del">
          <ac:chgData name="Nahum Ghebrehiwet" userId="abfc590084381924" providerId="Windows Live" clId="Web-{0A163270-E2E7-47CC-8F79-46FF2D3DDC9A}" dt="2026-02-11T01:35:44.050" v="0"/>
          <ac:picMkLst>
            <pc:docMk/>
            <pc:sldMk cId="2005772815" sldId="256"/>
            <ac:picMk id="41" creationId="{F09DD583-31D3-0E92-06FF-D5C01E9C4135}"/>
          </ac:picMkLst>
        </pc:picChg>
      </pc:sldChg>
    </pc:docChg>
  </pc:docChgLst>
  <pc:docChgLst>
    <pc:chgData name="Nahum Ghebrehiwet" userId="abfc590084381924" providerId="LiveId" clId="{810F1BBA-1487-4FD2-B7B3-C40922840D35}"/>
    <pc:docChg chg="undo custSel addSld modSld">
      <pc:chgData name="Nahum Ghebrehiwet" userId="abfc590084381924" providerId="LiveId" clId="{810F1BBA-1487-4FD2-B7B3-C40922840D35}" dt="2026-02-11T01:27:55.219" v="744" actId="478"/>
      <pc:docMkLst>
        <pc:docMk/>
      </pc:docMkLst>
      <pc:sldChg chg="addSp delSp modSp mod modTransition setBg delAnim modAnim">
        <pc:chgData name="Nahum Ghebrehiwet" userId="abfc590084381924" providerId="LiveId" clId="{810F1BBA-1487-4FD2-B7B3-C40922840D35}" dt="2026-02-11T01:27:55.219" v="744" actId="478"/>
        <pc:sldMkLst>
          <pc:docMk/>
          <pc:sldMk cId="2005772815" sldId="256"/>
        </pc:sldMkLst>
        <pc:spChg chg="mod">
          <ac:chgData name="Nahum Ghebrehiwet" userId="abfc590084381924" providerId="LiveId" clId="{810F1BBA-1487-4FD2-B7B3-C40922840D35}" dt="2026-02-11T01:12:04.315" v="731" actId="26606"/>
          <ac:spMkLst>
            <pc:docMk/>
            <pc:sldMk cId="2005772815" sldId="256"/>
            <ac:spMk id="2" creationId="{A3372801-53C9-7D48-6C1E-9065F435F9F8}"/>
          </ac:spMkLst>
        </pc:spChg>
        <pc:spChg chg="mod">
          <ac:chgData name="Nahum Ghebrehiwet" userId="abfc590084381924" providerId="LiveId" clId="{810F1BBA-1487-4FD2-B7B3-C40922840D35}" dt="2026-02-11T01:12:04.315" v="731" actId="26606"/>
          <ac:spMkLst>
            <pc:docMk/>
            <pc:sldMk cId="2005772815" sldId="256"/>
            <ac:spMk id="3" creationId="{F810C1B4-8813-C54C-D211-ED3266758FF4}"/>
          </ac:spMkLst>
        </pc:spChg>
        <pc:spChg chg="add del">
          <ac:chgData name="Nahum Ghebrehiwet" userId="abfc590084381924" providerId="LiveId" clId="{810F1BBA-1487-4FD2-B7B3-C40922840D35}" dt="2026-02-11T01:12:04.315" v="731" actId="26606"/>
          <ac:spMkLst>
            <pc:docMk/>
            <pc:sldMk cId="2005772815" sldId="256"/>
            <ac:spMk id="21" creationId="{FA4CD5CB-D209-4D70-8CA4-629731C59219}"/>
          </ac:spMkLst>
        </pc:spChg>
        <pc:spChg chg="add del">
          <ac:chgData name="Nahum Ghebrehiwet" userId="abfc590084381924" providerId="LiveId" clId="{810F1BBA-1487-4FD2-B7B3-C40922840D35}" dt="2026-02-11T01:12:04.315" v="731" actId="26606"/>
          <ac:spMkLst>
            <pc:docMk/>
            <pc:sldMk cId="2005772815" sldId="256"/>
            <ac:spMk id="25" creationId="{B4C27B90-DF2B-4D00-BA07-18ED774CD2F1}"/>
          </ac:spMkLst>
        </pc:spChg>
        <pc:spChg chg="add del">
          <ac:chgData name="Nahum Ghebrehiwet" userId="abfc590084381924" providerId="LiveId" clId="{810F1BBA-1487-4FD2-B7B3-C40922840D35}" dt="2026-02-11T01:12:04.315" v="731" actId="26606"/>
          <ac:spMkLst>
            <pc:docMk/>
            <pc:sldMk cId="2005772815" sldId="256"/>
            <ac:spMk id="27" creationId="{593ACC25-C262-417A-8AA9-0641C772BDB6}"/>
          </ac:spMkLst>
        </pc:spChg>
        <pc:picChg chg="add del mod">
          <ac:chgData name="Nahum Ghebrehiwet" userId="abfc590084381924" providerId="LiveId" clId="{810F1BBA-1487-4FD2-B7B3-C40922840D35}" dt="2026-02-11T01:14:36.442" v="735" actId="478"/>
          <ac:picMkLst>
            <pc:docMk/>
            <pc:sldMk cId="2005772815" sldId="256"/>
            <ac:picMk id="16" creationId="{EA45FC49-8CBE-5716-C4BB-95BF236E4F75}"/>
          </ac:picMkLst>
        </pc:picChg>
        <pc:picChg chg="add del mod">
          <ac:chgData name="Nahum Ghebrehiwet" userId="abfc590084381924" providerId="LiveId" clId="{810F1BBA-1487-4FD2-B7B3-C40922840D35}" dt="2026-02-11T01:14:34.186" v="734" actId="478"/>
          <ac:picMkLst>
            <pc:docMk/>
            <pc:sldMk cId="2005772815" sldId="256"/>
            <ac:picMk id="17" creationId="{6392FAD2-596B-E3E5-652B-52424B447835}"/>
          </ac:picMkLst>
        </pc:picChg>
        <pc:picChg chg="add del mod">
          <ac:chgData name="Nahum Ghebrehiwet" userId="abfc590084381924" providerId="LiveId" clId="{810F1BBA-1487-4FD2-B7B3-C40922840D35}" dt="2026-02-11T01:16:33.259" v="738"/>
          <ac:picMkLst>
            <pc:docMk/>
            <pc:sldMk cId="2005772815" sldId="256"/>
            <ac:picMk id="30" creationId="{D44988C5-D858-5357-5421-666436C75314}"/>
          </ac:picMkLst>
        </pc:picChg>
        <pc:picChg chg="add del mod">
          <ac:chgData name="Nahum Ghebrehiwet" userId="abfc590084381924" providerId="LiveId" clId="{810F1BBA-1487-4FD2-B7B3-C40922840D35}" dt="2026-02-11T01:19:36.772" v="741"/>
          <ac:picMkLst>
            <pc:docMk/>
            <pc:sldMk cId="2005772815" sldId="256"/>
            <ac:picMk id="38" creationId="{0A11E8CA-AC73-C303-7EAD-B43B205D8718}"/>
          </ac:picMkLst>
        </pc:picChg>
        <pc:picChg chg="add mod">
          <ac:chgData name="Nahum Ghebrehiwet" userId="abfc590084381924" providerId="LiveId" clId="{810F1BBA-1487-4FD2-B7B3-C40922840D35}" dt="2026-02-11T01:25:55.138" v="742"/>
          <ac:picMkLst>
            <pc:docMk/>
            <pc:sldMk cId="2005772815" sldId="256"/>
            <ac:picMk id="41" creationId="{F09DD583-31D3-0E92-06FF-D5C01E9C4135}"/>
          </ac:picMkLst>
        </pc:picChg>
        <pc:picChg chg="add del mod">
          <ac:chgData name="Nahum Ghebrehiwet" userId="abfc590084381924" providerId="LiveId" clId="{810F1BBA-1487-4FD2-B7B3-C40922840D35}" dt="2026-02-11T01:27:55.219" v="744" actId="478"/>
          <ac:picMkLst>
            <pc:docMk/>
            <pc:sldMk cId="2005772815" sldId="256"/>
            <ac:picMk id="42" creationId="{D99BE8E4-8C42-0BCC-7D70-74F1BEDC6666}"/>
          </ac:picMkLst>
        </pc:picChg>
        <pc:cxnChg chg="add del">
          <ac:chgData name="Nahum Ghebrehiwet" userId="abfc590084381924" providerId="LiveId" clId="{810F1BBA-1487-4FD2-B7B3-C40922840D35}" dt="2026-02-11T01:12:04.315" v="731" actId="26606"/>
          <ac:cxnSpMkLst>
            <pc:docMk/>
            <pc:sldMk cId="2005772815" sldId="256"/>
            <ac:cxnSpMk id="23" creationId="{5C6A2BAE-B461-4B55-8E1F-0722ABDD1393}"/>
          </ac:cxnSpMkLst>
        </pc:cxnChg>
      </pc:sldChg>
      <pc:sldChg chg="modTransition">
        <pc:chgData name="Nahum Ghebrehiwet" userId="abfc590084381924" providerId="LiveId" clId="{810F1BBA-1487-4FD2-B7B3-C40922840D35}" dt="2026-02-11T01:19:26.974" v="740"/>
        <pc:sldMkLst>
          <pc:docMk/>
          <pc:sldMk cId="1036671326" sldId="257"/>
        </pc:sldMkLst>
      </pc:sldChg>
      <pc:sldChg chg="modTransition">
        <pc:chgData name="Nahum Ghebrehiwet" userId="abfc590084381924" providerId="LiveId" clId="{810F1BBA-1487-4FD2-B7B3-C40922840D35}" dt="2026-02-11T01:19:26.974" v="740"/>
        <pc:sldMkLst>
          <pc:docMk/>
          <pc:sldMk cId="1156378036" sldId="258"/>
        </pc:sldMkLst>
      </pc:sldChg>
      <pc:sldChg chg="modTransition">
        <pc:chgData name="Nahum Ghebrehiwet" userId="abfc590084381924" providerId="LiveId" clId="{810F1BBA-1487-4FD2-B7B3-C40922840D35}" dt="2026-02-11T01:19:26.974" v="740"/>
        <pc:sldMkLst>
          <pc:docMk/>
          <pc:sldMk cId="419605519" sldId="259"/>
        </pc:sldMkLst>
      </pc:sldChg>
      <pc:sldChg chg="modTransition">
        <pc:chgData name="Nahum Ghebrehiwet" userId="abfc590084381924" providerId="LiveId" clId="{810F1BBA-1487-4FD2-B7B3-C40922840D35}" dt="2026-02-11T01:19:26.974" v="740"/>
        <pc:sldMkLst>
          <pc:docMk/>
          <pc:sldMk cId="3791224497" sldId="260"/>
        </pc:sldMkLst>
      </pc:sldChg>
      <pc:sldChg chg="modTransition">
        <pc:chgData name="Nahum Ghebrehiwet" userId="abfc590084381924" providerId="LiveId" clId="{810F1BBA-1487-4FD2-B7B3-C40922840D35}" dt="2026-02-11T01:19:26.974" v="740"/>
        <pc:sldMkLst>
          <pc:docMk/>
          <pc:sldMk cId="534533821" sldId="261"/>
        </pc:sldMkLst>
      </pc:sldChg>
      <pc:sldChg chg="modTransition">
        <pc:chgData name="Nahum Ghebrehiwet" userId="abfc590084381924" providerId="LiveId" clId="{810F1BBA-1487-4FD2-B7B3-C40922840D35}" dt="2026-02-11T01:19:26.974" v="740"/>
        <pc:sldMkLst>
          <pc:docMk/>
          <pc:sldMk cId="3849747718" sldId="262"/>
        </pc:sldMkLst>
      </pc:sldChg>
      <pc:sldChg chg="modTransition">
        <pc:chgData name="Nahum Ghebrehiwet" userId="abfc590084381924" providerId="LiveId" clId="{810F1BBA-1487-4FD2-B7B3-C40922840D35}" dt="2026-02-11T01:19:26.974" v="740"/>
        <pc:sldMkLst>
          <pc:docMk/>
          <pc:sldMk cId="2285940407" sldId="263"/>
        </pc:sldMkLst>
      </pc:sldChg>
      <pc:sldChg chg="modTransition">
        <pc:chgData name="Nahum Ghebrehiwet" userId="abfc590084381924" providerId="LiveId" clId="{810F1BBA-1487-4FD2-B7B3-C40922840D35}" dt="2026-02-11T01:19:26.974" v="740"/>
        <pc:sldMkLst>
          <pc:docMk/>
          <pc:sldMk cId="157143784" sldId="264"/>
        </pc:sldMkLst>
      </pc:sldChg>
      <pc:sldChg chg="modTransition">
        <pc:chgData name="Nahum Ghebrehiwet" userId="abfc590084381924" providerId="LiveId" clId="{810F1BBA-1487-4FD2-B7B3-C40922840D35}" dt="2026-02-11T01:19:26.974" v="740"/>
        <pc:sldMkLst>
          <pc:docMk/>
          <pc:sldMk cId="4239164787" sldId="265"/>
        </pc:sldMkLst>
      </pc:sldChg>
      <pc:sldChg chg="addSp delSp modSp new mod modTransition setBg">
        <pc:chgData name="Nahum Ghebrehiwet" userId="abfc590084381924" providerId="LiveId" clId="{810F1BBA-1487-4FD2-B7B3-C40922840D35}" dt="2026-02-11T01:19:26.974" v="740"/>
        <pc:sldMkLst>
          <pc:docMk/>
          <pc:sldMk cId="3028452362" sldId="266"/>
        </pc:sldMkLst>
        <pc:spChg chg="mod">
          <ac:chgData name="Nahum Ghebrehiwet" userId="abfc590084381924" providerId="LiveId" clId="{810F1BBA-1487-4FD2-B7B3-C40922840D35}" dt="2026-02-11T00:41:31.817" v="32" actId="20577"/>
          <ac:spMkLst>
            <pc:docMk/>
            <pc:sldMk cId="3028452362" sldId="266"/>
            <ac:spMk id="2" creationId="{652300FA-BB02-8801-CB7B-EDA6417D27F7}"/>
          </ac:spMkLst>
        </pc:spChg>
        <pc:spChg chg="del">
          <ac:chgData name="Nahum Ghebrehiwet" userId="abfc590084381924" providerId="LiveId" clId="{810F1BBA-1487-4FD2-B7B3-C40922840D35}" dt="2026-02-11T00:40:13.879" v="1" actId="931"/>
          <ac:spMkLst>
            <pc:docMk/>
            <pc:sldMk cId="3028452362" sldId="266"/>
            <ac:spMk id="3" creationId="{E8AA0EFE-B2A6-D92C-7688-9ABBE2C2D657}"/>
          </ac:spMkLst>
        </pc:spChg>
        <pc:spChg chg="add del mod">
          <ac:chgData name="Nahum Ghebrehiwet" userId="abfc590084381924" providerId="LiveId" clId="{810F1BBA-1487-4FD2-B7B3-C40922840D35}" dt="2026-02-11T00:40:54.124" v="3" actId="931"/>
          <ac:spMkLst>
            <pc:docMk/>
            <pc:sldMk cId="3028452362" sldId="266"/>
            <ac:spMk id="7" creationId="{6769CD72-E5F2-99CC-B8E0-B883E6EAA005}"/>
          </ac:spMkLst>
        </pc:spChg>
        <pc:spChg chg="add">
          <ac:chgData name="Nahum Ghebrehiwet" userId="abfc590084381924" providerId="LiveId" clId="{810F1BBA-1487-4FD2-B7B3-C40922840D35}" dt="2026-02-11T00:41:11.393" v="6" actId="26606"/>
          <ac:spMkLst>
            <pc:docMk/>
            <pc:sldMk cId="3028452362" sldId="266"/>
            <ac:spMk id="11" creationId="{284B70D5-875B-433D-BDBD-1522A85D6C1D}"/>
          </ac:spMkLst>
        </pc:spChg>
        <pc:spChg chg="add del">
          <ac:chgData name="Nahum Ghebrehiwet" userId="abfc590084381924" providerId="LiveId" clId="{810F1BBA-1487-4FD2-B7B3-C40922840D35}" dt="2026-02-11T00:41:09.725" v="5" actId="26606"/>
          <ac:spMkLst>
            <pc:docMk/>
            <pc:sldMk cId="3028452362" sldId="266"/>
            <ac:spMk id="13" creationId="{6619B566-EC1C-E87D-E2C6-341C9F797192}"/>
          </ac:spMkLst>
        </pc:spChg>
        <pc:spChg chg="add mod">
          <ac:chgData name="Nahum Ghebrehiwet" userId="abfc590084381924" providerId="LiveId" clId="{810F1BBA-1487-4FD2-B7B3-C40922840D35}" dt="2026-02-11T00:43:12.581" v="118" actId="20577"/>
          <ac:spMkLst>
            <pc:docMk/>
            <pc:sldMk cId="3028452362" sldId="266"/>
            <ac:spMk id="14" creationId="{6619B566-EC1C-E87D-E2C6-341C9F797192}"/>
          </ac:spMkLst>
        </pc:spChg>
        <pc:spChg chg="add">
          <ac:chgData name="Nahum Ghebrehiwet" userId="abfc590084381924" providerId="LiveId" clId="{810F1BBA-1487-4FD2-B7B3-C40922840D35}" dt="2026-02-11T00:41:11.393" v="6" actId="26606"/>
          <ac:spMkLst>
            <pc:docMk/>
            <pc:sldMk cId="3028452362" sldId="266"/>
            <ac:spMk id="15" creationId="{1E299956-A9E7-4FC1-A0B1-D590CA9730E8}"/>
          </ac:spMkLst>
        </pc:spChg>
        <pc:spChg chg="add del">
          <ac:chgData name="Nahum Ghebrehiwet" userId="abfc590084381924" providerId="LiveId" clId="{810F1BBA-1487-4FD2-B7B3-C40922840D35}" dt="2026-02-11T00:41:09.725" v="5" actId="26606"/>
          <ac:spMkLst>
            <pc:docMk/>
            <pc:sldMk cId="3028452362" sldId="266"/>
            <ac:spMk id="16" creationId="{284B70D5-875B-433D-BDBD-1522A85D6C1D}"/>
          </ac:spMkLst>
        </pc:spChg>
        <pc:spChg chg="add">
          <ac:chgData name="Nahum Ghebrehiwet" userId="abfc590084381924" providerId="LiveId" clId="{810F1BBA-1487-4FD2-B7B3-C40922840D35}" dt="2026-02-11T00:41:11.393" v="6" actId="26606"/>
          <ac:spMkLst>
            <pc:docMk/>
            <pc:sldMk cId="3028452362" sldId="266"/>
            <ac:spMk id="17" creationId="{17FC539C-B783-4B03-9F9E-D13430F3F64F}"/>
          </ac:spMkLst>
        </pc:spChg>
        <pc:spChg chg="add del">
          <ac:chgData name="Nahum Ghebrehiwet" userId="abfc590084381924" providerId="LiveId" clId="{810F1BBA-1487-4FD2-B7B3-C40922840D35}" dt="2026-02-11T00:41:09.725" v="5" actId="26606"/>
          <ac:spMkLst>
            <pc:docMk/>
            <pc:sldMk cId="3028452362" sldId="266"/>
            <ac:spMk id="20" creationId="{1E299956-A9E7-4FC1-A0B1-D590CA9730E8}"/>
          </ac:spMkLst>
        </pc:spChg>
        <pc:spChg chg="add del">
          <ac:chgData name="Nahum Ghebrehiwet" userId="abfc590084381924" providerId="LiveId" clId="{810F1BBA-1487-4FD2-B7B3-C40922840D35}" dt="2026-02-11T00:41:09.725" v="5" actId="26606"/>
          <ac:spMkLst>
            <pc:docMk/>
            <pc:sldMk cId="3028452362" sldId="266"/>
            <ac:spMk id="22" creationId="{17FC539C-B783-4B03-9F9E-D13430F3F64F}"/>
          </ac:spMkLst>
        </pc:spChg>
        <pc:picChg chg="add del mod">
          <ac:chgData name="Nahum Ghebrehiwet" userId="abfc590084381924" providerId="LiveId" clId="{810F1BBA-1487-4FD2-B7B3-C40922840D35}" dt="2026-02-11T00:40:15.875" v="2" actId="478"/>
          <ac:picMkLst>
            <pc:docMk/>
            <pc:sldMk cId="3028452362" sldId="266"/>
            <ac:picMk id="5" creationId="{D8BBBB9C-FB15-A7D7-0077-66F780E1DA6F}"/>
          </ac:picMkLst>
        </pc:picChg>
        <pc:picChg chg="add del mod">
          <ac:chgData name="Nahum Ghebrehiwet" userId="abfc590084381924" providerId="LiveId" clId="{810F1BBA-1487-4FD2-B7B3-C40922840D35}" dt="2026-02-11T00:42:47.635" v="86" actId="478"/>
          <ac:picMkLst>
            <pc:docMk/>
            <pc:sldMk cId="3028452362" sldId="266"/>
            <ac:picMk id="9" creationId="{40092E86-0AE0-A67D-DD83-9A700BB24B71}"/>
          </ac:picMkLst>
        </pc:picChg>
        <pc:picChg chg="add del mod">
          <ac:chgData name="Nahum Ghebrehiwet" userId="abfc590084381924" providerId="LiveId" clId="{810F1BBA-1487-4FD2-B7B3-C40922840D35}" dt="2026-02-11T00:44:04.887" v="123" actId="478"/>
          <ac:picMkLst>
            <pc:docMk/>
            <pc:sldMk cId="3028452362" sldId="266"/>
            <ac:picMk id="19" creationId="{B269391C-2081-435E-4C6B-AE4F187E0C65}"/>
          </ac:picMkLst>
        </pc:picChg>
        <pc:picChg chg="add mod">
          <ac:chgData name="Nahum Ghebrehiwet" userId="abfc590084381924" providerId="LiveId" clId="{810F1BBA-1487-4FD2-B7B3-C40922840D35}" dt="2026-02-11T00:44:10.137" v="124" actId="1076"/>
          <ac:picMkLst>
            <pc:docMk/>
            <pc:sldMk cId="3028452362" sldId="266"/>
            <ac:picMk id="23" creationId="{B49E6572-9431-B329-C794-4DF3AA1AF472}"/>
          </ac:picMkLst>
        </pc:picChg>
        <pc:cxnChg chg="add">
          <ac:chgData name="Nahum Ghebrehiwet" userId="abfc590084381924" providerId="LiveId" clId="{810F1BBA-1487-4FD2-B7B3-C40922840D35}" dt="2026-02-11T00:41:11.393" v="6" actId="26606"/>
          <ac:cxnSpMkLst>
            <pc:docMk/>
            <pc:sldMk cId="3028452362" sldId="266"/>
            <ac:cxnSpMk id="12" creationId="{C947DF4A-614C-4B4C-8B80-E5B9D8E8CFED}"/>
          </ac:cxnSpMkLst>
        </pc:cxnChg>
        <pc:cxnChg chg="add del">
          <ac:chgData name="Nahum Ghebrehiwet" userId="abfc590084381924" providerId="LiveId" clId="{810F1BBA-1487-4FD2-B7B3-C40922840D35}" dt="2026-02-11T00:41:09.725" v="5" actId="26606"/>
          <ac:cxnSpMkLst>
            <pc:docMk/>
            <pc:sldMk cId="3028452362" sldId="266"/>
            <ac:cxnSpMk id="18" creationId="{C947DF4A-614C-4B4C-8B80-E5B9D8E8CFED}"/>
          </ac:cxnSpMkLst>
        </pc:cxnChg>
      </pc:sldChg>
      <pc:sldChg chg="addSp delSp modSp new mod modTransition">
        <pc:chgData name="Nahum Ghebrehiwet" userId="abfc590084381924" providerId="LiveId" clId="{810F1BBA-1487-4FD2-B7B3-C40922840D35}" dt="2026-02-11T01:19:26.974" v="740"/>
        <pc:sldMkLst>
          <pc:docMk/>
          <pc:sldMk cId="695172964" sldId="267"/>
        </pc:sldMkLst>
        <pc:spChg chg="mod">
          <ac:chgData name="Nahum Ghebrehiwet" userId="abfc590084381924" providerId="LiveId" clId="{810F1BBA-1487-4FD2-B7B3-C40922840D35}" dt="2026-02-11T00:44:26.310" v="154" actId="20577"/>
          <ac:spMkLst>
            <pc:docMk/>
            <pc:sldMk cId="695172964" sldId="267"/>
            <ac:spMk id="2" creationId="{9B8EBABF-DF7F-4C27-7E1F-56ADCE13D50D}"/>
          </ac:spMkLst>
        </pc:spChg>
        <pc:spChg chg="del">
          <ac:chgData name="Nahum Ghebrehiwet" userId="abfc590084381924" providerId="LiveId" clId="{810F1BBA-1487-4FD2-B7B3-C40922840D35}" dt="2026-02-11T00:43:33.190" v="120" actId="931"/>
          <ac:spMkLst>
            <pc:docMk/>
            <pc:sldMk cId="695172964" sldId="267"/>
            <ac:spMk id="3" creationId="{557EAC64-990F-398E-6E64-3111C685F2CA}"/>
          </ac:spMkLst>
        </pc:spChg>
        <pc:spChg chg="add mod">
          <ac:chgData name="Nahum Ghebrehiwet" userId="abfc590084381924" providerId="LiveId" clId="{810F1BBA-1487-4FD2-B7B3-C40922840D35}" dt="2026-02-11T00:50:21.118" v="706" actId="20577"/>
          <ac:spMkLst>
            <pc:docMk/>
            <pc:sldMk cId="695172964" sldId="267"/>
            <ac:spMk id="7" creationId="{6946D6AA-1E5A-D62E-AA30-8D847A7B3B45}"/>
          </ac:spMkLst>
        </pc:spChg>
        <pc:picChg chg="add del mod">
          <ac:chgData name="Nahum Ghebrehiwet" userId="abfc590084381924" providerId="LiveId" clId="{810F1BBA-1487-4FD2-B7B3-C40922840D35}" dt="2026-02-11T00:43:48.297" v="121" actId="478"/>
          <ac:picMkLst>
            <pc:docMk/>
            <pc:sldMk cId="695172964" sldId="267"/>
            <ac:picMk id="5" creationId="{C0865730-30B5-6057-277B-C2E8D581AC38}"/>
          </ac:picMkLst>
        </pc:picChg>
      </pc:sldChg>
      <pc:sldChg chg="modSp new mod modTransition">
        <pc:chgData name="Nahum Ghebrehiwet" userId="abfc590084381924" providerId="LiveId" clId="{810F1BBA-1487-4FD2-B7B3-C40922840D35}" dt="2026-02-11T01:19:26.974" v="740"/>
        <pc:sldMkLst>
          <pc:docMk/>
          <pc:sldMk cId="2538275266" sldId="268"/>
        </pc:sldMkLst>
        <pc:spChg chg="mod">
          <ac:chgData name="Nahum Ghebrehiwet" userId="abfc590084381924" providerId="LiveId" clId="{810F1BBA-1487-4FD2-B7B3-C40922840D35}" dt="2026-02-11T00:47:48.696" v="489" actId="20577"/>
          <ac:spMkLst>
            <pc:docMk/>
            <pc:sldMk cId="2538275266" sldId="268"/>
            <ac:spMk id="2" creationId="{8488873E-AB8D-B964-C729-C1823F953AA7}"/>
          </ac:spMkLst>
        </pc:spChg>
        <pc:spChg chg="mod">
          <ac:chgData name="Nahum Ghebrehiwet" userId="abfc590084381924" providerId="LiveId" clId="{810F1BBA-1487-4FD2-B7B3-C40922840D35}" dt="2026-02-11T00:50:56.412" v="726" actId="20577"/>
          <ac:spMkLst>
            <pc:docMk/>
            <pc:sldMk cId="2538275266" sldId="268"/>
            <ac:spMk id="3" creationId="{0DDA9C76-D026-878A-C205-FC2146D36812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B80392-9551-484D-9599-6CF565128EA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CB499C-4821-4C75-85AB-B2F37FD5B93F}">
      <dgm:prSet/>
      <dgm:spPr/>
      <dgm:t>
        <a:bodyPr/>
        <a:lstStyle/>
        <a:p>
          <a:r>
            <a:rPr lang="en-US"/>
            <a:t>This analysis uses multiple software programs.</a:t>
          </a:r>
        </a:p>
      </dgm:t>
    </dgm:pt>
    <dgm:pt modelId="{0D4314D5-7129-4EDF-99AE-86C925384BC6}" type="parTrans" cxnId="{4EB56038-5398-4DB4-9B88-7C08D8530BDB}">
      <dgm:prSet/>
      <dgm:spPr/>
      <dgm:t>
        <a:bodyPr/>
        <a:lstStyle/>
        <a:p>
          <a:endParaRPr lang="en-US"/>
        </a:p>
      </dgm:t>
    </dgm:pt>
    <dgm:pt modelId="{F38E77FD-4432-47E1-A3C4-85430249E40F}" type="sibTrans" cxnId="{4EB56038-5398-4DB4-9B88-7C08D8530BDB}">
      <dgm:prSet/>
      <dgm:spPr/>
      <dgm:t>
        <a:bodyPr/>
        <a:lstStyle/>
        <a:p>
          <a:endParaRPr lang="en-US"/>
        </a:p>
      </dgm:t>
    </dgm:pt>
    <dgm:pt modelId="{59FD5D99-AE8D-4ACC-B1E6-A49E88DD0B44}">
      <dgm:prSet/>
      <dgm:spPr/>
      <dgm:t>
        <a:bodyPr/>
        <a:lstStyle/>
        <a:p>
          <a:r>
            <a:rPr lang="en-US"/>
            <a:t>SQL functions include group by, count, sum, CTE, case, and window functions. </a:t>
          </a:r>
        </a:p>
      </dgm:t>
    </dgm:pt>
    <dgm:pt modelId="{8E79E0CA-BE94-4D3A-9A74-68A8D47B191B}" type="parTrans" cxnId="{A67209B4-34CB-4514-BF89-02BF7ACCD48D}">
      <dgm:prSet/>
      <dgm:spPr/>
      <dgm:t>
        <a:bodyPr/>
        <a:lstStyle/>
        <a:p>
          <a:endParaRPr lang="en-US"/>
        </a:p>
      </dgm:t>
    </dgm:pt>
    <dgm:pt modelId="{C92A2D61-9AF6-41A5-9200-05F09C6C7530}" type="sibTrans" cxnId="{A67209B4-34CB-4514-BF89-02BF7ACCD48D}">
      <dgm:prSet/>
      <dgm:spPr/>
      <dgm:t>
        <a:bodyPr/>
        <a:lstStyle/>
        <a:p>
          <a:endParaRPr lang="en-US"/>
        </a:p>
      </dgm:t>
    </dgm:pt>
    <dgm:pt modelId="{3B134F5A-570A-44A5-AE19-0946E1DFC58E}">
      <dgm:prSet/>
      <dgm:spPr/>
      <dgm:t>
        <a:bodyPr/>
        <a:lstStyle/>
        <a:p>
          <a:r>
            <a:rPr lang="en-US"/>
            <a:t>Microsoft Power BI was used to better visualize the results. </a:t>
          </a:r>
        </a:p>
      </dgm:t>
    </dgm:pt>
    <dgm:pt modelId="{DFD50C92-77BE-41C0-9258-4346F291BCCA}" type="parTrans" cxnId="{AFA1B44E-116F-4226-BD32-9F2E08AE0735}">
      <dgm:prSet/>
      <dgm:spPr/>
      <dgm:t>
        <a:bodyPr/>
        <a:lstStyle/>
        <a:p>
          <a:endParaRPr lang="en-US"/>
        </a:p>
      </dgm:t>
    </dgm:pt>
    <dgm:pt modelId="{38984270-2473-4553-B3D0-94F2B85EB39A}" type="sibTrans" cxnId="{AFA1B44E-116F-4226-BD32-9F2E08AE0735}">
      <dgm:prSet/>
      <dgm:spPr/>
      <dgm:t>
        <a:bodyPr/>
        <a:lstStyle/>
        <a:p>
          <a:endParaRPr lang="en-US"/>
        </a:p>
      </dgm:t>
    </dgm:pt>
    <dgm:pt modelId="{B9870FD7-9452-4CA3-B68A-93D2331A2CEA}" type="pres">
      <dgm:prSet presAssocID="{75B80392-9551-484D-9599-6CF565128EAA}" presName="root" presStyleCnt="0">
        <dgm:presLayoutVars>
          <dgm:dir/>
          <dgm:resizeHandles val="exact"/>
        </dgm:presLayoutVars>
      </dgm:prSet>
      <dgm:spPr/>
    </dgm:pt>
    <dgm:pt modelId="{D696AACB-8016-4589-9499-382D5391EE70}" type="pres">
      <dgm:prSet presAssocID="{1BCB499C-4821-4C75-85AB-B2F37FD5B93F}" presName="compNode" presStyleCnt="0"/>
      <dgm:spPr/>
    </dgm:pt>
    <dgm:pt modelId="{6C392478-5F26-4EF1-95BE-678E009C70CC}" type="pres">
      <dgm:prSet presAssocID="{1BCB499C-4821-4C75-85AB-B2F37FD5B93F}" presName="bgRect" presStyleLbl="bgShp" presStyleIdx="0" presStyleCnt="3"/>
      <dgm:spPr/>
    </dgm:pt>
    <dgm:pt modelId="{EBF7C7DE-167F-407E-B392-A81663CAC757}" type="pres">
      <dgm:prSet presAssocID="{1BCB499C-4821-4C75-85AB-B2F37FD5B9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187822D2-1A60-4D68-844A-95597214C46A}" type="pres">
      <dgm:prSet presAssocID="{1BCB499C-4821-4C75-85AB-B2F37FD5B93F}" presName="spaceRect" presStyleCnt="0"/>
      <dgm:spPr/>
    </dgm:pt>
    <dgm:pt modelId="{8919E9FA-D5C8-4FA7-944E-21FEF3F5033E}" type="pres">
      <dgm:prSet presAssocID="{1BCB499C-4821-4C75-85AB-B2F37FD5B93F}" presName="parTx" presStyleLbl="revTx" presStyleIdx="0" presStyleCnt="3">
        <dgm:presLayoutVars>
          <dgm:chMax val="0"/>
          <dgm:chPref val="0"/>
        </dgm:presLayoutVars>
      </dgm:prSet>
      <dgm:spPr/>
    </dgm:pt>
    <dgm:pt modelId="{9CD04F31-31D5-49E4-ADCA-0BCA645CBE25}" type="pres">
      <dgm:prSet presAssocID="{F38E77FD-4432-47E1-A3C4-85430249E40F}" presName="sibTrans" presStyleCnt="0"/>
      <dgm:spPr/>
    </dgm:pt>
    <dgm:pt modelId="{01614F8B-43AC-4516-B303-21D80424E827}" type="pres">
      <dgm:prSet presAssocID="{59FD5D99-AE8D-4ACC-B1E6-A49E88DD0B44}" presName="compNode" presStyleCnt="0"/>
      <dgm:spPr/>
    </dgm:pt>
    <dgm:pt modelId="{1C65D813-FC6B-4676-A18D-F220A60BFE57}" type="pres">
      <dgm:prSet presAssocID="{59FD5D99-AE8D-4ACC-B1E6-A49E88DD0B44}" presName="bgRect" presStyleLbl="bgShp" presStyleIdx="1" presStyleCnt="3"/>
      <dgm:spPr/>
    </dgm:pt>
    <dgm:pt modelId="{08208BF8-8B2C-4455-AE19-006FF78CEB8C}" type="pres">
      <dgm:prSet presAssocID="{59FD5D99-AE8D-4ACC-B1E6-A49E88DD0B4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201253D-B1BE-4C42-BB1A-41E6FC8AA837}" type="pres">
      <dgm:prSet presAssocID="{59FD5D99-AE8D-4ACC-B1E6-A49E88DD0B44}" presName="spaceRect" presStyleCnt="0"/>
      <dgm:spPr/>
    </dgm:pt>
    <dgm:pt modelId="{F07DB8DC-F8D0-43C2-8C3B-320D77ADC778}" type="pres">
      <dgm:prSet presAssocID="{59FD5D99-AE8D-4ACC-B1E6-A49E88DD0B44}" presName="parTx" presStyleLbl="revTx" presStyleIdx="1" presStyleCnt="3">
        <dgm:presLayoutVars>
          <dgm:chMax val="0"/>
          <dgm:chPref val="0"/>
        </dgm:presLayoutVars>
      </dgm:prSet>
      <dgm:spPr/>
    </dgm:pt>
    <dgm:pt modelId="{639C8E4D-A77F-403C-9204-2CC88160C858}" type="pres">
      <dgm:prSet presAssocID="{C92A2D61-9AF6-41A5-9200-05F09C6C7530}" presName="sibTrans" presStyleCnt="0"/>
      <dgm:spPr/>
    </dgm:pt>
    <dgm:pt modelId="{6CB29FE9-A666-48BB-84C7-DB7FD20DBB2B}" type="pres">
      <dgm:prSet presAssocID="{3B134F5A-570A-44A5-AE19-0946E1DFC58E}" presName="compNode" presStyleCnt="0"/>
      <dgm:spPr/>
    </dgm:pt>
    <dgm:pt modelId="{29CE933B-3C44-40CD-9036-EBC432B7865F}" type="pres">
      <dgm:prSet presAssocID="{3B134F5A-570A-44A5-AE19-0946E1DFC58E}" presName="bgRect" presStyleLbl="bgShp" presStyleIdx="2" presStyleCnt="3"/>
      <dgm:spPr/>
    </dgm:pt>
    <dgm:pt modelId="{9D4A6315-6AFF-44E2-AC0F-690BA5EB6536}" type="pres">
      <dgm:prSet presAssocID="{3B134F5A-570A-44A5-AE19-0946E1DFC58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43EAA701-D344-4EC4-8173-2B26558FA07F}" type="pres">
      <dgm:prSet presAssocID="{3B134F5A-570A-44A5-AE19-0946E1DFC58E}" presName="spaceRect" presStyleCnt="0"/>
      <dgm:spPr/>
    </dgm:pt>
    <dgm:pt modelId="{2F389C67-BE50-4057-846D-D0BD100EAC25}" type="pres">
      <dgm:prSet presAssocID="{3B134F5A-570A-44A5-AE19-0946E1DFC58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EB56038-5398-4DB4-9B88-7C08D8530BDB}" srcId="{75B80392-9551-484D-9599-6CF565128EAA}" destId="{1BCB499C-4821-4C75-85AB-B2F37FD5B93F}" srcOrd="0" destOrd="0" parTransId="{0D4314D5-7129-4EDF-99AE-86C925384BC6}" sibTransId="{F38E77FD-4432-47E1-A3C4-85430249E40F}"/>
    <dgm:cxn modelId="{AFA1B44E-116F-4226-BD32-9F2E08AE0735}" srcId="{75B80392-9551-484D-9599-6CF565128EAA}" destId="{3B134F5A-570A-44A5-AE19-0946E1DFC58E}" srcOrd="2" destOrd="0" parTransId="{DFD50C92-77BE-41C0-9258-4346F291BCCA}" sibTransId="{38984270-2473-4553-B3D0-94F2B85EB39A}"/>
    <dgm:cxn modelId="{47F60474-E7AC-4302-A56F-9DCE50BDDD3A}" type="presOf" srcId="{1BCB499C-4821-4C75-85AB-B2F37FD5B93F}" destId="{8919E9FA-D5C8-4FA7-944E-21FEF3F5033E}" srcOrd="0" destOrd="0" presId="urn:microsoft.com/office/officeart/2018/2/layout/IconVerticalSolidList"/>
    <dgm:cxn modelId="{1DB4B895-96AC-4A1A-B7AD-D74AD9CBD62E}" type="presOf" srcId="{75B80392-9551-484D-9599-6CF565128EAA}" destId="{B9870FD7-9452-4CA3-B68A-93D2331A2CEA}" srcOrd="0" destOrd="0" presId="urn:microsoft.com/office/officeart/2018/2/layout/IconVerticalSolidList"/>
    <dgm:cxn modelId="{D188CFA3-F8DC-465B-B83C-5135C0774A5E}" type="presOf" srcId="{59FD5D99-AE8D-4ACC-B1E6-A49E88DD0B44}" destId="{F07DB8DC-F8D0-43C2-8C3B-320D77ADC778}" srcOrd="0" destOrd="0" presId="urn:microsoft.com/office/officeart/2018/2/layout/IconVerticalSolidList"/>
    <dgm:cxn modelId="{A67209B4-34CB-4514-BF89-02BF7ACCD48D}" srcId="{75B80392-9551-484D-9599-6CF565128EAA}" destId="{59FD5D99-AE8D-4ACC-B1E6-A49E88DD0B44}" srcOrd="1" destOrd="0" parTransId="{8E79E0CA-BE94-4D3A-9A74-68A8D47B191B}" sibTransId="{C92A2D61-9AF6-41A5-9200-05F09C6C7530}"/>
    <dgm:cxn modelId="{289719D8-5A21-48B4-B8B8-FD7273AB15D4}" type="presOf" srcId="{3B134F5A-570A-44A5-AE19-0946E1DFC58E}" destId="{2F389C67-BE50-4057-846D-D0BD100EAC25}" srcOrd="0" destOrd="0" presId="urn:microsoft.com/office/officeart/2018/2/layout/IconVerticalSolidList"/>
    <dgm:cxn modelId="{BD34E594-2AEE-4669-B85C-380A5ADE4952}" type="presParOf" srcId="{B9870FD7-9452-4CA3-B68A-93D2331A2CEA}" destId="{D696AACB-8016-4589-9499-382D5391EE70}" srcOrd="0" destOrd="0" presId="urn:microsoft.com/office/officeart/2018/2/layout/IconVerticalSolidList"/>
    <dgm:cxn modelId="{8220C7CA-B8BA-4E1D-B124-A6CCA42CEC47}" type="presParOf" srcId="{D696AACB-8016-4589-9499-382D5391EE70}" destId="{6C392478-5F26-4EF1-95BE-678E009C70CC}" srcOrd="0" destOrd="0" presId="urn:microsoft.com/office/officeart/2018/2/layout/IconVerticalSolidList"/>
    <dgm:cxn modelId="{9C503841-8C4A-4D48-B456-CC9D75BDADFF}" type="presParOf" srcId="{D696AACB-8016-4589-9499-382D5391EE70}" destId="{EBF7C7DE-167F-407E-B392-A81663CAC757}" srcOrd="1" destOrd="0" presId="urn:microsoft.com/office/officeart/2018/2/layout/IconVerticalSolidList"/>
    <dgm:cxn modelId="{304E182D-8890-443A-8418-053E630F6D51}" type="presParOf" srcId="{D696AACB-8016-4589-9499-382D5391EE70}" destId="{187822D2-1A60-4D68-844A-95597214C46A}" srcOrd="2" destOrd="0" presId="urn:microsoft.com/office/officeart/2018/2/layout/IconVerticalSolidList"/>
    <dgm:cxn modelId="{31BDB188-2DC1-4F3E-A2DE-6E5F830AD73F}" type="presParOf" srcId="{D696AACB-8016-4589-9499-382D5391EE70}" destId="{8919E9FA-D5C8-4FA7-944E-21FEF3F5033E}" srcOrd="3" destOrd="0" presId="urn:microsoft.com/office/officeart/2018/2/layout/IconVerticalSolidList"/>
    <dgm:cxn modelId="{DBAACC39-587D-4323-901C-87EAD10968D7}" type="presParOf" srcId="{B9870FD7-9452-4CA3-B68A-93D2331A2CEA}" destId="{9CD04F31-31D5-49E4-ADCA-0BCA645CBE25}" srcOrd="1" destOrd="0" presId="urn:microsoft.com/office/officeart/2018/2/layout/IconVerticalSolidList"/>
    <dgm:cxn modelId="{A4A3C2C9-DE7F-473D-AF6B-93C6EA3B6119}" type="presParOf" srcId="{B9870FD7-9452-4CA3-B68A-93D2331A2CEA}" destId="{01614F8B-43AC-4516-B303-21D80424E827}" srcOrd="2" destOrd="0" presId="urn:microsoft.com/office/officeart/2018/2/layout/IconVerticalSolidList"/>
    <dgm:cxn modelId="{CEBE1702-555B-4136-B893-304A4127D382}" type="presParOf" srcId="{01614F8B-43AC-4516-B303-21D80424E827}" destId="{1C65D813-FC6B-4676-A18D-F220A60BFE57}" srcOrd="0" destOrd="0" presId="urn:microsoft.com/office/officeart/2018/2/layout/IconVerticalSolidList"/>
    <dgm:cxn modelId="{84C7D704-51E5-44AE-AD6A-159FF9B3B64B}" type="presParOf" srcId="{01614F8B-43AC-4516-B303-21D80424E827}" destId="{08208BF8-8B2C-4455-AE19-006FF78CEB8C}" srcOrd="1" destOrd="0" presId="urn:microsoft.com/office/officeart/2018/2/layout/IconVerticalSolidList"/>
    <dgm:cxn modelId="{ACC487EB-A063-4334-92DC-219849A522EE}" type="presParOf" srcId="{01614F8B-43AC-4516-B303-21D80424E827}" destId="{0201253D-B1BE-4C42-BB1A-41E6FC8AA837}" srcOrd="2" destOrd="0" presId="urn:microsoft.com/office/officeart/2018/2/layout/IconVerticalSolidList"/>
    <dgm:cxn modelId="{60327AE1-4ABB-4F08-82A7-B526BFB01C51}" type="presParOf" srcId="{01614F8B-43AC-4516-B303-21D80424E827}" destId="{F07DB8DC-F8D0-43C2-8C3B-320D77ADC778}" srcOrd="3" destOrd="0" presId="urn:microsoft.com/office/officeart/2018/2/layout/IconVerticalSolidList"/>
    <dgm:cxn modelId="{9E797974-30A4-479A-B544-D6D824BB775A}" type="presParOf" srcId="{B9870FD7-9452-4CA3-B68A-93D2331A2CEA}" destId="{639C8E4D-A77F-403C-9204-2CC88160C858}" srcOrd="3" destOrd="0" presId="urn:microsoft.com/office/officeart/2018/2/layout/IconVerticalSolidList"/>
    <dgm:cxn modelId="{26C1E783-41C9-442F-AD00-52F38C3FF971}" type="presParOf" srcId="{B9870FD7-9452-4CA3-B68A-93D2331A2CEA}" destId="{6CB29FE9-A666-48BB-84C7-DB7FD20DBB2B}" srcOrd="4" destOrd="0" presId="urn:microsoft.com/office/officeart/2018/2/layout/IconVerticalSolidList"/>
    <dgm:cxn modelId="{2BF4B767-0232-43FB-B073-24E7C3F450EB}" type="presParOf" srcId="{6CB29FE9-A666-48BB-84C7-DB7FD20DBB2B}" destId="{29CE933B-3C44-40CD-9036-EBC432B7865F}" srcOrd="0" destOrd="0" presId="urn:microsoft.com/office/officeart/2018/2/layout/IconVerticalSolidList"/>
    <dgm:cxn modelId="{8391DE48-6A40-4AD9-B887-1F7DC968B641}" type="presParOf" srcId="{6CB29FE9-A666-48BB-84C7-DB7FD20DBB2B}" destId="{9D4A6315-6AFF-44E2-AC0F-690BA5EB6536}" srcOrd="1" destOrd="0" presId="urn:microsoft.com/office/officeart/2018/2/layout/IconVerticalSolidList"/>
    <dgm:cxn modelId="{14FD0199-BD03-4B55-8D2F-6183EDB8E442}" type="presParOf" srcId="{6CB29FE9-A666-48BB-84C7-DB7FD20DBB2B}" destId="{43EAA701-D344-4EC4-8173-2B26558FA07F}" srcOrd="2" destOrd="0" presId="urn:microsoft.com/office/officeart/2018/2/layout/IconVerticalSolidList"/>
    <dgm:cxn modelId="{4BE2E606-83E9-48A8-BBDE-1A199230835A}" type="presParOf" srcId="{6CB29FE9-A666-48BB-84C7-DB7FD20DBB2B}" destId="{2F389C67-BE50-4057-846D-D0BD100EAC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392478-5F26-4EF1-95BE-678E009C70CC}">
      <dsp:nvSpPr>
        <dsp:cNvPr id="0" name=""/>
        <dsp:cNvSpPr/>
      </dsp:nvSpPr>
      <dsp:spPr>
        <a:xfrm>
          <a:off x="0" y="689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F7C7DE-167F-407E-B392-A81663CAC757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9E9FA-D5C8-4FA7-944E-21FEF3F5033E}">
      <dsp:nvSpPr>
        <dsp:cNvPr id="0" name=""/>
        <dsp:cNvSpPr/>
      </dsp:nvSpPr>
      <dsp:spPr>
        <a:xfrm>
          <a:off x="1864015" y="689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analysis uses multiple software programs.</a:t>
          </a:r>
        </a:p>
      </dsp:txBody>
      <dsp:txXfrm>
        <a:off x="1864015" y="689"/>
        <a:ext cx="4933659" cy="1613866"/>
      </dsp:txXfrm>
    </dsp:sp>
    <dsp:sp modelId="{1C65D813-FC6B-4676-A18D-F220A60BFE57}">
      <dsp:nvSpPr>
        <dsp:cNvPr id="0" name=""/>
        <dsp:cNvSpPr/>
      </dsp:nvSpPr>
      <dsp:spPr>
        <a:xfrm>
          <a:off x="0" y="2018022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208BF8-8B2C-4455-AE19-006FF78CEB8C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DB8DC-F8D0-43C2-8C3B-320D77ADC778}">
      <dsp:nvSpPr>
        <dsp:cNvPr id="0" name=""/>
        <dsp:cNvSpPr/>
      </dsp:nvSpPr>
      <dsp:spPr>
        <a:xfrm>
          <a:off x="1864015" y="2018022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SQL functions include group by, count, sum, CTE, case, and window functions. </a:t>
          </a:r>
        </a:p>
      </dsp:txBody>
      <dsp:txXfrm>
        <a:off x="1864015" y="2018022"/>
        <a:ext cx="4933659" cy="1613866"/>
      </dsp:txXfrm>
    </dsp:sp>
    <dsp:sp modelId="{29CE933B-3C44-40CD-9036-EBC432B7865F}">
      <dsp:nvSpPr>
        <dsp:cNvPr id="0" name=""/>
        <dsp:cNvSpPr/>
      </dsp:nvSpPr>
      <dsp:spPr>
        <a:xfrm>
          <a:off x="0" y="4035355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4A6315-6AFF-44E2-AC0F-690BA5EB6536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89C67-BE50-4057-846D-D0BD100EAC25}">
      <dsp:nvSpPr>
        <dsp:cNvPr id="0" name=""/>
        <dsp:cNvSpPr/>
      </dsp:nvSpPr>
      <dsp:spPr>
        <a:xfrm>
          <a:off x="1864015" y="4035355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Microsoft Power BI was used to better visualize the results. </a:t>
          </a:r>
        </a:p>
      </dsp:txBody>
      <dsp:txXfrm>
        <a:off x="1864015" y="4035355"/>
        <a:ext cx="4933659" cy="1613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9C25B-918D-4690-9961-21B61ABDCEC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85543-FFD2-432E-B25C-BCF5BD938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4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85543-FFD2-432E-B25C-BCF5BD938B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66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23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10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00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43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1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82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43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1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2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8CD544E-CBA1-4B4C-8A54-19D4E532A50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8F5D792-34A5-4BE5-9029-7E64972AB76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16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2801-53C9-7D48-6C1E-9065F435F9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Credit Risk &amp; Loan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0C1B4-8813-C54C-D211-ED3266758F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Nahum Ghebrehiwet</a:t>
            </a:r>
          </a:p>
        </p:txBody>
      </p:sp>
    </p:spTree>
    <p:extLst>
      <p:ext uri="{BB962C8B-B14F-4D97-AF65-F5344CB8AC3E}">
        <p14:creationId xmlns:p14="http://schemas.microsoft.com/office/powerpoint/2010/main" val="2005772815"/>
      </p:ext>
    </p:extLst>
  </p:cSld>
  <p:clrMapOvr>
    <a:masterClrMapping/>
  </p:clrMapOvr>
  <p:transition spd="med" advTm="42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FE3D3C-4959-DBDA-EE71-1D476C20B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B76705FB-0C8A-5508-1186-87052C492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02" r="27481" b="1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527CD-8AA2-F377-14F7-E796F11AC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en-US"/>
              <a:t>Banks are financial institutions that provide loans to a variety of borrowers for a variety of reasons.</a:t>
            </a:r>
          </a:p>
          <a:p>
            <a:endParaRPr lang="en-US"/>
          </a:p>
          <a:p>
            <a:r>
              <a:rPr lang="en-US"/>
              <a:t>Banks need to identify which potential loans are high or low risk to minimize defaults.</a:t>
            </a:r>
          </a:p>
          <a:p>
            <a:endParaRPr lang="en-US"/>
          </a:p>
          <a:p>
            <a:r>
              <a:rPr lang="en-US"/>
              <a:t>The project analyzes credit risk for different borrowers and loan types. </a:t>
            </a:r>
          </a:p>
        </p:txBody>
      </p:sp>
    </p:spTree>
    <p:extLst>
      <p:ext uri="{BB962C8B-B14F-4D97-AF65-F5344CB8AC3E}">
        <p14:creationId xmlns:p14="http://schemas.microsoft.com/office/powerpoint/2010/main" val="103667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832E1-EFA7-34CC-B2B8-53F8D6AB0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A16E8-7455-DAD1-55FF-911551E3D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data simulates credit bureau data such as the 3 major U.S credit bureaus </a:t>
            </a:r>
          </a:p>
          <a:p>
            <a:endParaRPr lang="en-US"/>
          </a:p>
          <a:p>
            <a:r>
              <a:rPr lang="en-US"/>
              <a:t>The data was modified to remove data entry errors </a:t>
            </a:r>
          </a:p>
        </p:txBody>
      </p:sp>
    </p:spTree>
    <p:extLst>
      <p:ext uri="{BB962C8B-B14F-4D97-AF65-F5344CB8AC3E}">
        <p14:creationId xmlns:p14="http://schemas.microsoft.com/office/powerpoint/2010/main" val="115637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2E4D1-CAE6-D857-CD34-821FE1C2E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Methods and Tools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C60225-3AC1-ECDE-3B50-0B25EDA625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55735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60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EFE30-7390-3F55-A39B-32734CF8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/>
              <a:t>Loan Defaults by Loan Intent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BCDA2-5D86-F0B5-F66E-D0ACFA255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2478494"/>
            <a:ext cx="5451627" cy="158097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9362260-4F77-5DDF-D92B-D0239C354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US"/>
              <a:t>The table shows the loan default percentage by loan intent.</a:t>
            </a:r>
          </a:p>
          <a:p>
            <a:endParaRPr lang="en-US"/>
          </a:p>
          <a:p>
            <a:r>
              <a:rPr lang="en-US"/>
              <a:t>Home Improvement, debt consolidation, and medical loans have the highest risk of loans defaulting.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24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2A59C-5469-4DF1-AA54-BBB9ABDE1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/>
              <a:t>Loan Defaults by age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9CB767F-163C-017E-4231-BEB7C945C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1231434"/>
            <a:ext cx="5451627" cy="407509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17A9B8E-DC25-B27D-CAD1-53947303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US"/>
              <a:t>This table shows loan defaults by age </a:t>
            </a:r>
          </a:p>
          <a:p>
            <a:endParaRPr lang="en-US"/>
          </a:p>
          <a:p>
            <a:r>
              <a:rPr lang="en-US"/>
              <a:t>Borrowers aged 21 have the highest percentage chance of loan default.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33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DE3B93A-6105-4E0D-ABE7-1711117A8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682D0-13F2-7729-E0E0-17B052DC6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6" y="642257"/>
            <a:ext cx="3417677" cy="5226837"/>
          </a:xfrm>
        </p:spPr>
        <p:txBody>
          <a:bodyPr anchor="t">
            <a:normAutofit/>
          </a:bodyPr>
          <a:lstStyle/>
          <a:p>
            <a:r>
              <a:rPr lang="en-US"/>
              <a:t>Loan Defaults by Home Ownership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232220A-5386-F1F4-59BB-6BEC24FFD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512" y="642258"/>
            <a:ext cx="6847117" cy="3091682"/>
          </a:xfrm>
        </p:spPr>
        <p:txBody>
          <a:bodyPr>
            <a:normAutofit/>
          </a:bodyPr>
          <a:lstStyle/>
          <a:p>
            <a:r>
              <a:rPr lang="en-US"/>
              <a:t> The table shows types of home ownership with the percentage of loans defaulting. </a:t>
            </a:r>
          </a:p>
          <a:p>
            <a:endParaRPr lang="en-US"/>
          </a:p>
          <a:p>
            <a:r>
              <a:rPr lang="en-US"/>
              <a:t>Rent has the highest percentage of loans defaulting.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E96980-E147-67BE-6935-2CC99E11F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933" y="4115748"/>
            <a:ext cx="7269469" cy="143571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924D57B-FEC9-4779-B514-732685B87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EFD2BD-6E0E-4450-A3FF-5D1EA322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47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A926CD-00DF-9273-9BEB-4729CC4C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sz="3400"/>
              <a:t>Loan Defaults by Credit Length History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D2FFD6-E3C2-9389-E2BB-49B87FFBB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552674"/>
            <a:ext cx="6909801" cy="348922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E22574-AD92-13A3-B100-FD750F4D0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r>
              <a:rPr lang="en-US"/>
              <a:t>Little/no relationship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40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45111-4CA9-67FB-C62E-BE1C9C82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US"/>
              <a:t>Loan Defaults by Loan-to-Income Ratio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7F6E1F-49DC-E48A-B1AA-10E5CD7E2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101728"/>
            <a:ext cx="4020297" cy="1434875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3E1E5C-8CA2-9686-25E3-AB8B1758D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3734238"/>
            <a:ext cx="4020296" cy="1443862"/>
          </a:xfrm>
          <a:prstGeom prst="rect">
            <a:avLst/>
          </a:prstGeom>
        </p:spPr>
      </p:pic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35C63095-07B2-1845-ED6E-12B5B5A4E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>
            <a:normAutofit/>
          </a:bodyPr>
          <a:lstStyle/>
          <a:p>
            <a:r>
              <a:rPr lang="en-US"/>
              <a:t>The tables show the percentage of loans default by loan-to-income ratio</a:t>
            </a:r>
          </a:p>
          <a:p>
            <a:endParaRPr lang="en-US"/>
          </a:p>
          <a:p>
            <a:r>
              <a:rPr lang="en-US"/>
              <a:t>Significant jump in risk when loan-to-income ratio is greater than 30%.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3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C94B7-0A16-B46C-DF4F-5C06F91B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sz="3400"/>
              <a:t>Loan Defaults by Loan Grade &amp; Default on File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C12EE1-B7CD-E970-1F6E-DC355E000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23" y="640081"/>
            <a:ext cx="6592553" cy="531440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FBB6995-8487-A102-478E-5053655B2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r>
              <a:rPr lang="en-US"/>
              <a:t>This shows loan defaults by loan grade and default on file</a:t>
            </a:r>
          </a:p>
          <a:p>
            <a:endParaRPr lang="en-US"/>
          </a:p>
          <a:p>
            <a:r>
              <a:rPr lang="en-US"/>
              <a:t>Significant gap between loan grades C and D.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64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300FA-BB02-8801-CB7B-EDA6417D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 fontScale="90000"/>
          </a:bodyPr>
          <a:lstStyle/>
          <a:p>
            <a:r>
              <a:rPr lang="en-US"/>
              <a:t>Age Group and Loan Intent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6619B566-EC1C-E87D-E2C6-341C9F797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r>
              <a:rPr lang="en-US"/>
              <a:t>This table shows loan intent and age group</a:t>
            </a:r>
          </a:p>
          <a:p>
            <a:endParaRPr lang="en-US"/>
          </a:p>
          <a:p>
            <a:r>
              <a:rPr lang="en-US"/>
              <a:t>Notice major outliers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49E6572-9431-B329-C794-4DF3AA1AF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60" y="381928"/>
            <a:ext cx="6639852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52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EBABF-DF7F-4C27-7E1F-56ADCE13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Risk Loans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46D6AA-1E5A-D62E-AA30-8D847A7B3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According to the analysis conducted, borrower characteristics that have the highest risk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Home Improvement loans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Borrowers under 25 (except for education)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Loan Grades D-G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Loan-to-Income ratio greater than 30%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Renters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72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873E-AB8D-B964-C729-C1823F95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Low Risk Loans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A9C76-D026-878A-C205-FC2146D36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According to the analysis conducted, borrower characteristics that have the lowest risk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Under 25 borrowers with education intent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Loan grades A-C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Loan-to-Income ratio below 30%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Borrowers who own their home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Venture loan intent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752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Retrospect</vt:lpstr>
      <vt:lpstr>Credit Risk &amp; Loan Analysis</vt:lpstr>
      <vt:lpstr>Introduction</vt:lpstr>
      <vt:lpstr>Data </vt:lpstr>
      <vt:lpstr>Methods and Tools</vt:lpstr>
      <vt:lpstr>Loan Defaults by Loan Intent</vt:lpstr>
      <vt:lpstr>Loan Defaults by age</vt:lpstr>
      <vt:lpstr>Loan Defaults by Home Ownership</vt:lpstr>
      <vt:lpstr>Loan Defaults by Credit Length History</vt:lpstr>
      <vt:lpstr>Loan Defaults by Loan-to-Income Ratio </vt:lpstr>
      <vt:lpstr>Loan Defaults by Loan Grade &amp; Default on File</vt:lpstr>
      <vt:lpstr>Age Group and Loan Intent</vt:lpstr>
      <vt:lpstr>High Risk Loans </vt:lpstr>
      <vt:lpstr>Low Risk Loans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Nahum Ghebrehiwet</dc:creator>
  <cp:revision>1</cp:revision>
  <dcterms:created xsi:type="dcterms:W3CDTF">2026-02-08T08:25:23Z</dcterms:created>
  <dcterms:modified xsi:type="dcterms:W3CDTF">2026-02-11T01:36:03Z</dcterms:modified>
</cp:coreProperties>
</file>